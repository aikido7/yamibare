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80560" y="640080"/>
            <a:ext cx="3200400" cy="3200400"/>
          </a:xfrm>
          <a:prstGeom prst="ELLIPSE">
            <a:avLst/>
          </a:prstGeom>
          <a:solidFill>
            <a:srgbClr val="FFD54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120640" y="1280160"/>
            <a:ext cx="1920240" cy="1920240"/>
          </a:xfrm>
          <a:prstGeom prst="ELLIPSE">
            <a:avLst/>
          </a:prstGeom>
          <a:solidFill>
            <a:srgbClr val="FFD54D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394960" y="15544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🔦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ヤミバレ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371600" y="41605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届いたら、貼るだけ。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8463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若者を「被害者」にも「実行役」にもさせない、闇バイト・詐欺チェッカー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580644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 |  チーム ヤミバレ  |  yamibare.pages.dev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 — 令和7年・警察庁統計(実データ)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「詐欺は高齢者の問題」は、もう古い。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30代</a:t>
            </a:r>
            <a:pPr indent="0" marL="0">
              <a:buNone/>
            </a:pPr>
            <a:r>
              <a:rPr lang="en-US" sz="1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が最多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ニセ警察詐欺の被害件数。30代 2,239件、20代 1,718件で若い世代が上位2つを占める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8割</a:t>
            </a:r>
            <a:pPr indent="0" marL="0">
              <a:buNone/>
            </a:pPr>
            <a:r>
              <a:rPr lang="en-US" sz="1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2628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警察が約1年で保護した闇バイト応募者544人のうち、10〜30代の割合(20代45.2%・10代24.8%)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1,414</a:t>
            </a:r>
            <a:pPr indent="0" marL="0">
              <a:buNone/>
            </a:pPr>
            <a:r>
              <a:rPr lang="en-US" sz="1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億円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7532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特殊詐欺の年間被害額(前年のほぼ2倍)。SNS型投資詐欺は9,538件と約1.5倍に急増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029200"/>
            <a:ext cx="11100816" cy="1143000"/>
          </a:xfrm>
          <a:prstGeom prst="ROUNDED_RECTANGLE">
            <a:avLst>
              <a:gd name="adj" fmla="val 9600"/>
            </a:avLst>
          </a:prstGeom>
          <a:solidFill>
            <a:srgbClr val="232A4A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193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若者は、騙される被害者にも、使い捨ての実行役にもなる。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それでも既存の啓発はポスター・講習など高齢者向けの一方向のまま。「自分は騙されない」と思っている若者には届かない。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 — サービスデザイン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貼るだけ、3秒。届いた瞬間の行動を変える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06C75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LINE風チャットに、怪しいDM・バイト募集・儲け話をそのまま貼る。読む教材ではなく"使う道具"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06824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2148840"/>
            <a:ext cx="502920" cy="502920"/>
          </a:xfrm>
          <a:prstGeom prst="ELLIPSE">
            <a:avLst/>
          </a:prstGeom>
          <a:solidFill>
            <a:srgbClr val="FFD54D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75504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ヤミがバレる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35424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ヤバ度0〜99と「引っかかった言葉」を根拠つきで表示。8カテゴリ(闇バイト/ニセ警察/SNS投資/ロマンス他)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65008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93608" y="2148840"/>
            <a:ext cx="502920" cy="502920"/>
          </a:xfrm>
          <a:prstGeom prst="ELLIPSE">
            <a:avLst/>
          </a:prstGeom>
          <a:solidFill>
            <a:srgbClr val="4DC9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33688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出口へつなぐ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93608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公的実データで「自分ごと化」→ #9110・ヤング・テレホン等へワンタップ発信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100816" cy="1234440"/>
          </a:xfrm>
          <a:prstGeom prst="ROUNDED_RECTANGLE">
            <a:avLst>
              <a:gd name="adj" fmla="val 8889"/>
            </a:avLst>
          </a:prstGeom>
          <a:solidFill>
            <a:srgbClr val="2A142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074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🕳️ 闇バイトには専用警告。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「もう応募してしまっても、今なら戻れる(警察の保護実績544件)」— 脅すのではなく、出口を示す。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 — 公開中・全機能検証済み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スマホで開いて、貼って、3秒。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2834640" cy="4389120"/>
          </a:xfrm>
          <a:prstGeom prst="ROUNDED_RECTANGLE">
            <a:avLst>
              <a:gd name="adj" fmla="val 8065"/>
            </a:avLst>
          </a:prstGeom>
          <a:solidFill>
            <a:srgbClr val="070912"/>
          </a:solidFill>
          <a:ln w="254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2103120" cy="777240"/>
          </a:xfrm>
          <a:prstGeom prst="ROUNDED_RECTANGLE">
            <a:avLst>
              <a:gd name="adj" fmla="val 11765"/>
            </a:avLst>
          </a:prstGeom>
          <a:solidFill>
            <a:srgbClr val="06C755"/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243230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0424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【急募】日給5万円 荷物を運ぶだけ。身分証を送って。詳細はTelegramで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51560" y="3291840"/>
            <a:ext cx="2331720" cy="1371600"/>
          </a:xfrm>
          <a:prstGeom prst="ROUNDED_RECTANGLE">
            <a:avLst>
              <a:gd name="adj" fmla="val 6667"/>
            </a:avLst>
          </a:prstGeom>
          <a:solidFill>
            <a:srgbClr val="232A4A"/>
          </a:solidFill>
          <a:ln w="19050">
            <a:solidFill>
              <a:srgbClr val="FF4D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🚨 ソレヤバ!!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76732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ヤバ度 90/100 ・ 🕳️闇バイトの疑い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⚠️「日給5万」「運ぶだけ」「身分証」「Telegram」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051560" y="4800600"/>
            <a:ext cx="2331720" cy="777240"/>
          </a:xfrm>
          <a:prstGeom prst="ROUNDED_RECTANGLE">
            <a:avLst>
              <a:gd name="adj" fmla="val 11765"/>
            </a:avLst>
          </a:prstGeom>
          <a:solidFill>
            <a:srgbClr val="2A1420"/>
          </a:solidFill>
          <a:ln w="12700">
            <a:solidFill>
              <a:srgbClr val="FF4D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892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それ、闇バイトの入口です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📞 #9110に電話(タップ)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51560" y="5715000"/>
            <a:ext cx="2331720" cy="365760"/>
          </a:xfrm>
          <a:prstGeom prst="ROUNDED_RECTANGLE">
            <a:avLst>
              <a:gd name="adj" fmla="val 20000"/>
            </a:avLst>
          </a:prstGeom>
          <a:solidFill>
            <a:srgbClr val="0B0E1C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5742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貼るだけで判定…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06240" y="1874520"/>
            <a:ext cx="7406640" cy="960120"/>
          </a:xfrm>
          <a:prstGeom prst="ROUNDED_RECTANGLE">
            <a:avLst>
              <a:gd name="adj" fmla="val 11429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98424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🚩 根拠を見せる判定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80560" y="235000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「どの言葉が危険か」を1つずつ提示。ヤバ度メーターで直感的に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206240" y="2990088"/>
            <a:ext cx="7406640" cy="960120"/>
          </a:xfrm>
          <a:prstGeom prst="ROUNDED_RECTANGLE">
            <a:avLst>
              <a:gd name="adj" fmla="val 11429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309981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📊 実データで自分ごと化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80560" y="346557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「あなたの年代で急増」「あなたの区で688件」— 公的統計が根拠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06240" y="4105656"/>
            <a:ext cx="7406640" cy="960120"/>
          </a:xfrm>
          <a:prstGeom prst="ROUNDED_RECTANGLE">
            <a:avLst>
              <a:gd name="adj" fmla="val 11429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421538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🆘 相談まで1タップ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80560" y="45811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#9110・ヤング・テレホン・188へ発信。誰にも知られず相談できる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06240" y="5221224"/>
            <a:ext cx="7406640" cy="960120"/>
          </a:xfrm>
          <a:prstGeom prst="ROUNDED_RECTANGLE">
            <a:avLst>
              <a:gd name="adj" fmla="val 11429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533095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📸 シェアカード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80560" y="569671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判定結果をPNGカード化。友達に回して「守る側」を増やす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オープンデータ活用 — 判定根拠はすべて公的実データ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「今・ここ・あなたの年代」に刺さる根拠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100816" cy="1207008"/>
          </a:xfrm>
          <a:prstGeom prst="ROUNDED_RECTANGLE">
            <a:avLst>
              <a:gd name="adj" fmla="val 909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6654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警視庁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578608"/>
            <a:ext cx="1051560" cy="365760"/>
          </a:xfrm>
          <a:prstGeom prst="ROUNDED_RECTANGLE">
            <a:avLst>
              <a:gd name="adj" fmla="val 20000"/>
            </a:avLst>
          </a:prstGeom>
          <a:solidFill>
            <a:srgbClr val="FFD54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78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066544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区市町村の町丁別・手口別認知件数(令和7年CSV)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248716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59区市町村+町丁TOP3を自動集計して内蔵。「わがまち」を選ぶと判定根拠が自分の街の実数に変わる(都内計10,521件)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100816" cy="1207008"/>
          </a:xfrm>
          <a:prstGeom prst="ROUNDED_RECTANGLE">
            <a:avLst>
              <a:gd name="adj" fmla="val 909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3814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950208"/>
            <a:ext cx="1051560" cy="365760"/>
          </a:xfrm>
          <a:prstGeom prst="ROUNDED_RECTANGLE">
            <a:avLst>
              <a:gd name="adj" fmla="val 20000"/>
            </a:avLst>
          </a:prstGeom>
          <a:solidFill>
            <a:srgbClr val="FFD54D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9502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0" y="3438144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特殊詐欺・SNS型投資/ロマンス詐欺 認知・検挙状況(令和7年確定値)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86000" y="385876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年代別・手口別の実数を判定カードに表示。「30代最多・20代2位」など若者への根拠提示の核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11100816" cy="1207008"/>
          </a:xfrm>
          <a:prstGeom prst="ROUNDED_RECTANGLE">
            <a:avLst>
              <a:gd name="adj" fmla="val 909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0974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国税庁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5321808"/>
            <a:ext cx="1051560" cy="365760"/>
          </a:xfrm>
          <a:prstGeom prst="ROUNDED_RECTANGLE">
            <a:avLst>
              <a:gd name="adj" fmla="val 20000"/>
            </a:avLst>
          </a:prstGeom>
          <a:solidFill>
            <a:srgbClr val="4DC9FF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3218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本選実装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4809744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法人番号公表サイト Web-API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86000" y="523036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バイト求人の会社が実在するかチェック。闇バイト求人の見分けを制度データで補強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ほか利用予定: 東京都 消費生活相談データ / 金融庁 登録業者一覧 / 東京都 行政区域・人口データ 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 × 安全設計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「怖い話」を扱うからこそ、安心して使える作りに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単一HTML・依存ゼロ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URLひとつでどのスマホでも即動作。Cloudflare Pages配信。啓発現場(学校・店頭)でそのまま使える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92024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C7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🔒 端末内判定・外部送信ゼロ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64808" y="25786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貼った文面はどこにも送らない=誰にも知られず確認できる。相談ハードルを最小化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C9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⚖️ 「安全」と断定しない原則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36168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誤判定リスクに正面から対応。低スコアでも必ず注意喚起+相談導線を表示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90488" y="370332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本選: Claude APIで三段構え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64808" y="436168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ルール判定 × 生成AIの文脈理解(新手口対応・教育目的の安全枠厳守) × オープンデータ根拠へ拡張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100816" cy="685800"/>
          </a:xfrm>
          <a:prstGeom prst="ROUNDED_RECTANGLE">
            <a:avLst>
              <a:gd name="adj" fmla="val 16000"/>
            </a:avLst>
          </a:prstGeom>
          <a:solidFill>
            <a:srgbClr val="232A4A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実行力: </a:t>
            </a:r>
            <a:pPr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「若者を守る」への原点回帰から24時間で、統計の事実確認→実装→全機能検証→公開まで到達(企画者1名+AIエージェントのハイブリッドチーム)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ソーシャルインパクト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「守られる側」から、「守る側」へ。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386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72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57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58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43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シェアする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44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29800" y="2057400"/>
            <a:ext cx="1691640" cy="1691640"/>
          </a:xfrm>
          <a:prstGeom prst="ELLIPSE">
            <a:avLst/>
          </a:prstGeom>
          <a:solidFill>
            <a:srgbClr val="FFD54D"/>
          </a:solidFill>
          <a:ln w="19050">
            <a:solidFill>
              <a:srgbClr val="FFD5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友達も守る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🫂 拡散が防犯になる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77240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シェアカードで「ヤミバレしとけば?」が若者の合言葉に。啓発が友達経由で届く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06824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🏠 家族まで守る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若者が家庭の防犯ハブに。祖父母世代のニセ警察・還付金詐欺も同じ入口でチェック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5008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🗾 東京から全国へ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93608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警察庁統計+各県警データで横展開可能。判定エンジンとデータ層は分離設計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闇は、光を当てればバレる。  —  yamibare.pages.dev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2026-07-19T21:51:29Z</dcterms:created>
  <dcterms:modified xsi:type="dcterms:W3CDTF">2026-07-19T21:51:29Z</dcterms:modified>
</cp:coreProperties>
</file>